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0" r:id="rId4"/>
    <p:sldId id="271" r:id="rId5"/>
    <p:sldId id="274" r:id="rId6"/>
    <p:sldId id="273" r:id="rId7"/>
    <p:sldId id="272" r:id="rId8"/>
    <p:sldId id="282" r:id="rId9"/>
    <p:sldId id="280" r:id="rId10"/>
    <p:sldId id="281" r:id="rId11"/>
    <p:sldId id="269" r:id="rId12"/>
  </p:sldIdLst>
  <p:sldSz cx="9144000" cy="6858000" type="screen4x3"/>
  <p:notesSz cx="7315200" cy="9601200"/>
  <p:embeddedFontLst>
    <p:embeddedFont>
      <p:font typeface="BankGothic Md BT" pitchFamily="34" charset="0"/>
      <p:regular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Bodoni MT Condensed" pitchFamily="18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035D"/>
    <a:srgbClr val="DFE5D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72045" autoAdjust="0"/>
  </p:normalViewPr>
  <p:slideViewPr>
    <p:cSldViewPr>
      <p:cViewPr varScale="1">
        <p:scale>
          <a:sx n="133" d="100"/>
          <a:sy n="133" d="100"/>
        </p:scale>
        <p:origin x="-1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48C8BC0-8F1A-4233-845B-A5C63799C8B3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8940D641-2158-469D-B38C-E2F7408B13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3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C7478-1900-4E4A-BE15-7CDEE8F58D3B}" type="datetimeFigureOut">
              <a:rPr lang="en-US" smtClean="0"/>
              <a:pPr/>
              <a:t>13/10/2025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085B5-F085-43E5-87B0-00C1257FD13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70F6006-C0BF-8227-86B3-87CC8474E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600" y="646358"/>
            <a:ext cx="3711388" cy="3239842"/>
          </a:xfrm>
          <a:prstGeom prst="rect">
            <a:avLst/>
          </a:prstGeom>
        </p:spPr>
      </p:pic>
      <p:pic>
        <p:nvPicPr>
          <p:cNvPr id="1030" name="Picture 6" descr="Cutters for milling machine">
            <a:extLst>
              <a:ext uri="{FF2B5EF4-FFF2-40B4-BE49-F238E27FC236}">
                <a16:creationId xmlns:a16="http://schemas.microsoft.com/office/drawing/2014/main" xmlns="" id="{B96F7A11-DA29-70E5-7304-523B1EE79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40304" y="40341"/>
            <a:ext cx="4876802" cy="31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3C036D68-1E47-7861-BB96-F2616E42755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68126" y="3886200"/>
            <a:ext cx="3968551" cy="2971800"/>
          </a:xfrm>
          <a:prstGeom prst="rect">
            <a:avLst/>
          </a:prstGeom>
        </p:spPr>
      </p:pic>
      <p:pic>
        <p:nvPicPr>
          <p:cNvPr id="1034" name="Picture 10" descr="DEEP HOLE DRILLS">
            <a:extLst>
              <a:ext uri="{FF2B5EF4-FFF2-40B4-BE49-F238E27FC236}">
                <a16:creationId xmlns:a16="http://schemas.microsoft.com/office/drawing/2014/main" xmlns="" id="{4185125E-F3EE-BDF0-CB51-79E5ABDAD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79853" y="3312012"/>
            <a:ext cx="5237253" cy="349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87F85B1-1D62-513C-AB58-5C812407F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76200"/>
            <a:ext cx="3711387" cy="2895600"/>
          </a:xfrm>
          <a:prstGeom prst="rect">
            <a:avLst/>
          </a:prstGeom>
        </p:spPr>
      </p:pic>
      <p:pic>
        <p:nvPicPr>
          <p:cNvPr id="2052" name="Picture 4" descr="Forming Tool | Form Cutter | Form Milling Cutter | Form Tool Machining |  Accusharp">
            <a:extLst>
              <a:ext uri="{FF2B5EF4-FFF2-40B4-BE49-F238E27FC236}">
                <a16:creationId xmlns:a16="http://schemas.microsoft.com/office/drawing/2014/main" xmlns="" id="{C1C60A97-F520-15D9-FC86-67BD03465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2428439"/>
            <a:ext cx="4953000" cy="4402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Q4WB - Products | MITSUBISHI MATERIALS CORPORATION">
            <a:extLst>
              <a:ext uri="{FF2B5EF4-FFF2-40B4-BE49-F238E27FC236}">
                <a16:creationId xmlns:a16="http://schemas.microsoft.com/office/drawing/2014/main" xmlns="" id="{0595EB7F-80DE-38CF-15D8-A682E8261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200400"/>
            <a:ext cx="3823446" cy="358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T Slot Cutter - High-quality Raw Material, Various Sizes And Thicknesses |  Durable And Well-manufactured at Best Price in Gurugram | D D Enterprises">
            <a:extLst>
              <a:ext uri="{FF2B5EF4-FFF2-40B4-BE49-F238E27FC236}">
                <a16:creationId xmlns:a16="http://schemas.microsoft.com/office/drawing/2014/main" xmlns="" id="{79CAF79C-55D0-1AF3-415E-DCFB45543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76550" y="228600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T-Slot Milling Cutters - Maxwell Tools Company">
            <a:extLst>
              <a:ext uri="{FF2B5EF4-FFF2-40B4-BE49-F238E27FC236}">
                <a16:creationId xmlns:a16="http://schemas.microsoft.com/office/drawing/2014/main" xmlns="" id="{E3A42245-405F-7858-BD39-3E5BDDCFC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1" y="161365"/>
            <a:ext cx="2381249" cy="241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8" name="Picture 16" descr="PCD Tooling - Star-SU">
            <a:extLst>
              <a:ext uri="{FF2B5EF4-FFF2-40B4-BE49-F238E27FC236}">
                <a16:creationId xmlns:a16="http://schemas.microsoft.com/office/drawing/2014/main" xmlns="" id="{F555ACEE-DA49-9A70-33D6-38F854401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1059" y="2880566"/>
            <a:ext cx="5602941" cy="396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8" descr="Screenshot_2020-07-10-23-26-27-940.jpeg">
            <a:extLst>
              <a:ext uri="{FF2B5EF4-FFF2-40B4-BE49-F238E27FC236}">
                <a16:creationId xmlns:a16="http://schemas.microsoft.com/office/drawing/2014/main" xmlns="" id="{EF265870-6D80-499F-2EDF-30BED587D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5715000" y="-152400"/>
            <a:ext cx="3505200" cy="3494133"/>
          </a:xfrm>
        </p:spPr>
      </p:pic>
      <p:pic>
        <p:nvPicPr>
          <p:cNvPr id="3092" name="Picture 20" descr="Silver PCD &amp; PCBN Micro Boring Tools at best price in Chennai | ID:  2226693691">
            <a:extLst>
              <a:ext uri="{FF2B5EF4-FFF2-40B4-BE49-F238E27FC236}">
                <a16:creationId xmlns:a16="http://schemas.microsoft.com/office/drawing/2014/main" xmlns="" id="{947FB006-7C68-8559-C30B-0903262AD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22412" y="3238499"/>
            <a:ext cx="3619501" cy="361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C7017AF5-3495-27E1-0D8F-7A7C0ED34B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8600" y="197224"/>
            <a:ext cx="38100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33400" y="990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ankGothic Md BT" pitchFamily="34" charset="0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2734758-A8AB-0E12-CFB9-093CE1218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53000" y="3429000"/>
            <a:ext cx="4267200" cy="2971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E237900B-15E0-A1A0-E32D-182B402A83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38600" y="91947"/>
            <a:ext cx="4953000" cy="3301194"/>
          </a:xfrm>
          <a:prstGeom prst="rect">
            <a:avLst/>
          </a:prstGeom>
        </p:spPr>
      </p:pic>
      <p:pic>
        <p:nvPicPr>
          <p:cNvPr id="4098" name="Picture 2" descr="PCD Combination Reamers, For Industrial at ₹ 30000/number in Chennai | ID:  17949171948">
            <a:extLst>
              <a:ext uri="{FF2B5EF4-FFF2-40B4-BE49-F238E27FC236}">
                <a16:creationId xmlns:a16="http://schemas.microsoft.com/office/drawing/2014/main" xmlns="" id="{0787544D-6AA5-3502-569D-DD37AA236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894" y="3281643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lose-up of assorted cnc machine cutting tools and milling bits in a tool holder">
            <a:extLst>
              <a:ext uri="{FF2B5EF4-FFF2-40B4-BE49-F238E27FC236}">
                <a16:creationId xmlns:a16="http://schemas.microsoft.com/office/drawing/2014/main" xmlns="" id="{F47D4B1B-F862-0835-6958-BE05F6DF1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11071" y="3200400"/>
            <a:ext cx="57150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xmlns="" id="{43CB082D-3D41-66EF-966E-13B8773D2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29200" y="76200"/>
            <a:ext cx="4000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arbide Thread Mill at ₹ 2000/piece | Carbide Thread Mills in Pune | ID:  20565482148">
            <a:extLst>
              <a:ext uri="{FF2B5EF4-FFF2-40B4-BE49-F238E27FC236}">
                <a16:creationId xmlns:a16="http://schemas.microsoft.com/office/drawing/2014/main" xmlns="" id="{099D855B-C18C-9AAD-1B25-1D26282F0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4300" y="194310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Blog Archives - NEXT GENERATION TOOLING">
            <a:extLst>
              <a:ext uri="{FF2B5EF4-FFF2-40B4-BE49-F238E27FC236}">
                <a16:creationId xmlns:a16="http://schemas.microsoft.com/office/drawing/2014/main" xmlns="" id="{FBC9D4E4-F23A-96C9-FB37-FCA5738A5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0259" y="19683"/>
            <a:ext cx="3657600" cy="192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Thread Milling">
            <a:extLst>
              <a:ext uri="{FF2B5EF4-FFF2-40B4-BE49-F238E27FC236}">
                <a16:creationId xmlns:a16="http://schemas.microsoft.com/office/drawing/2014/main" xmlns="" id="{98F5D58B-9C9D-9505-A5F2-878E66D6D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43936" y="324971"/>
            <a:ext cx="12954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1200" cap="none" spc="0" normalizeH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ankGothic Md BT" pitchFamily="34" charset="0"/>
              <a:ea typeface="+mj-ea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828800"/>
            <a:ext cx="4038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51C5C735-F4B5-5D55-37A9-FC3A9220D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553" y="4482"/>
            <a:ext cx="5715000" cy="4762500"/>
          </a:xfrm>
          <a:prstGeom prst="rect">
            <a:avLst/>
          </a:prstGeom>
        </p:spPr>
      </p:pic>
      <p:pic>
        <p:nvPicPr>
          <p:cNvPr id="3" name="Picture 4" descr="Fir Tree Cutter">
            <a:extLst>
              <a:ext uri="{FF2B5EF4-FFF2-40B4-BE49-F238E27FC236}">
                <a16:creationId xmlns:a16="http://schemas.microsoft.com/office/drawing/2014/main" xmlns="" id="{85432B02-B2E2-7144-BE95-07C0CCCBE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7929" y="3505200"/>
            <a:ext cx="3433482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urning inserts">
            <a:extLst>
              <a:ext uri="{FF2B5EF4-FFF2-40B4-BE49-F238E27FC236}">
                <a16:creationId xmlns:a16="http://schemas.microsoft.com/office/drawing/2014/main" xmlns="" id="{4E13D914-878B-C55C-4D02-62694A69D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352800"/>
            <a:ext cx="461962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Custom Insert Blanks | Cemented Carbide Metal Cutting Blanks">
            <a:extLst>
              <a:ext uri="{FF2B5EF4-FFF2-40B4-BE49-F238E27FC236}">
                <a16:creationId xmlns:a16="http://schemas.microsoft.com/office/drawing/2014/main" xmlns="" id="{75892A5B-C4F5-C3B7-2B2D-BFF78A4E1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399" y="39781"/>
            <a:ext cx="5105401" cy="331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 A selection of indexable inserts for guide pad tools from MAPAL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3352800"/>
            <a:ext cx="4230752" cy="350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F42C86-42C3-AD5D-CD57-A7BC4ED90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EB341DC-E0CF-24DD-2122-5B39BE1F2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267200" y="2895600"/>
            <a:ext cx="4876800" cy="396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5BD598F-D7B9-9C78-B998-188034C63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95599"/>
            <a:ext cx="4267200" cy="41361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9E80263-CE04-C61C-7DA6-6E9E2C387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10200" y="914400"/>
            <a:ext cx="3267075" cy="174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911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b="1" dirty="0">
                <a:solidFill>
                  <a:srgbClr val="FFFF00"/>
                </a:solidFill>
                <a:latin typeface="BankGothic Md BT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BankGothic Md BT" pitchFamily="34" charset="0"/>
              </a:rPr>
            </a:br>
            <a:endParaRPr lang="en-US" dirty="0"/>
          </a:p>
        </p:txBody>
      </p:sp>
      <p:pic>
        <p:nvPicPr>
          <p:cNvPr id="8194" name="Picture 2" descr="Tools with guide pads | MAPAL">
            <a:extLst>
              <a:ext uri="{FF2B5EF4-FFF2-40B4-BE49-F238E27FC236}">
                <a16:creationId xmlns:a16="http://schemas.microsoft.com/office/drawing/2014/main" xmlns="" id="{2EF09636-F4DE-242D-553D-00B414DE7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91000" y="0"/>
            <a:ext cx="48768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BAAE6D3-1914-FC76-3F47-6A3D7B872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" y="2352675"/>
            <a:ext cx="7615518" cy="4505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0" y="2209800"/>
            <a:ext cx="3429000" cy="24384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solidFill>
                  <a:srgbClr val="FFFF00"/>
                </a:solidFill>
                <a:latin typeface="Bodoni MT Condensed" pitchFamily="18" charset="0"/>
              </a:rPr>
              <a:t>THANK YOU</a:t>
            </a:r>
          </a:p>
          <a:p>
            <a:pPr algn="ctr">
              <a:buNone/>
            </a:pPr>
            <a:r>
              <a:rPr lang="en-US" sz="7200" dirty="0">
                <a:solidFill>
                  <a:srgbClr val="FFFF00"/>
                </a:solidFill>
                <a:latin typeface="Bodoni MT Condensed" pitchFamily="18" charset="0"/>
              </a:rPr>
              <a:t>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3</Words>
  <Application>Microsoft Office PowerPoint</Application>
  <PresentationFormat>On-screen Show (4:3)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BankGothic Md BT</vt:lpstr>
      <vt:lpstr>Calibri</vt:lpstr>
      <vt:lpstr>Bodoni MT Condensed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 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 GRINDING TECHNOLOGIES INC                   Bangalore</dc:title>
  <dc:creator>Kumar</dc:creator>
  <cp:lastModifiedBy>DP</cp:lastModifiedBy>
  <cp:revision>75</cp:revision>
  <dcterms:created xsi:type="dcterms:W3CDTF">2015-02-28T05:26:53Z</dcterms:created>
  <dcterms:modified xsi:type="dcterms:W3CDTF">2025-10-13T05:17:20Z</dcterms:modified>
</cp:coreProperties>
</file>